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94560"/>
            <a:ext cx="1069848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/>
              <a:t>GA-75 空压机故障指示与安全标识图集</a:t>
            </a:r>
          </a:p>
          <a:p>
            <a:r>
              <a:t>设备动力部 · 空压站 · V1.0 · 2026-10-13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a75-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57200"/>
            <a:ext cx="7680960" cy="4800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366760" y="594360"/>
            <a:ext cx="3383280" cy="5760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/>
              <a:t>图 1</a:t>
            </a:r>
          </a:p>
          <a:p>
            <a:r>
              <a:rPr sz="1400"/>
              <a:t>图 1 GA-75 控制面板读数：排气温度 95 ℃ 报警、油压 4.2 bar、加载率 78%。</a:t>
            </a:r>
          </a:p>
          <a:p>
            <a:r>
              <a:rPr sz="1400"/>
              <a:t>排气温度超过 95 ℃ 立即停机</a:t>
            </a:r>
          </a:p>
          <a:p>
            <a:r>
              <a:rPr sz="1400"/>
              <a:t>油压低于 3.5 bar 停机检查</a:t>
            </a:r>
          </a:p>
          <a:p>
            <a:r>
              <a:rPr sz="1400"/>
              <a:t>问题可以问：空压机排气温度多少报警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a75-safety-sig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57200"/>
            <a:ext cx="7680960" cy="4800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366760" y="594360"/>
            <a:ext cx="3383280" cy="5760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/>
              <a:t>图 2</a:t>
            </a:r>
          </a:p>
          <a:p>
            <a:r>
              <a:rPr sz="1400"/>
              <a:t>图 2 空压站安全标识：必须佩戴护目镜、禁止合闸有人工作、噪声 85 dB 需戴耳塞。</a:t>
            </a:r>
          </a:p>
          <a:p>
            <a:r>
              <a:rPr sz="1400"/>
              <a:t>检修前必须挂牌上锁 LOTO</a:t>
            </a:r>
          </a:p>
          <a:p>
            <a:r>
              <a:rPr sz="1400"/>
              <a:t>进入空压站穿防砸鞋戴耳塞</a:t>
            </a:r>
          </a:p>
          <a:p>
            <a:r>
              <a:rPr sz="1400"/>
              <a:t>问题可以问：空压站需要什么安全标识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a75-mainten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57200"/>
            <a:ext cx="7680960" cy="4800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366760" y="594360"/>
            <a:ext cx="3383280" cy="5760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/>
              <a:t>图 3</a:t>
            </a:r>
          </a:p>
          <a:p>
            <a:r>
              <a:rPr sz="1400"/>
              <a:t>图 3 保养周期：2000 小时换空气滤芯、4000 小时换油分离器、8000 小时换润滑油 20 L。</a:t>
            </a:r>
          </a:p>
          <a:p>
            <a:r>
              <a:rPr sz="1400"/>
              <a:t>保养后必须登记设备台账</a:t>
            </a:r>
          </a:p>
          <a:p>
            <a:r>
              <a:rPr sz="1400"/>
              <a:t>问题可以问：空压机多久换一次油分离器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