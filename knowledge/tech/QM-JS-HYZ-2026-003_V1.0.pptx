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液压站 HYZ-40 油位、管路与渗漏点图示</a:t>
            </a:r>
          </a:p>
          <a:p>
            <a:r>
              <a:t>设备动力部 · 工艺技术部 · V1.0 · 2026-10-13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yz40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68096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6760" y="594360"/>
            <a:ext cx="338328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图 1</a:t>
            </a:r>
          </a:p>
          <a:p>
            <a:r>
              <a:rPr sz="1400"/>
              <a:t>图 1 HYZ-40 液压原理简图：油箱、油泵、溢流阀、蓄能器，额定压力 16 MPa。</a:t>
            </a:r>
          </a:p>
          <a:p>
            <a:r>
              <a:rPr sz="1400"/>
              <a:t>最大流量 40 L/min</a:t>
            </a:r>
          </a:p>
          <a:p>
            <a:r>
              <a:rPr sz="1400"/>
              <a:t>蓄能器充氮压力 10 MPa，每年校验</a:t>
            </a:r>
          </a:p>
          <a:p>
            <a:r>
              <a:rPr sz="1400"/>
              <a:t>问题可以问：HYZ-40 额定压力是多少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yz40-oil-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68096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6760" y="594360"/>
            <a:ext cx="338328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图 2</a:t>
            </a:r>
          </a:p>
          <a:p>
            <a:r>
              <a:rPr sz="1400"/>
              <a:t>图 2 油位计检查：油位应在 MIN 与 MAX 之间，低于 MIN 补 L-HM46 液压油。</a:t>
            </a:r>
          </a:p>
          <a:p>
            <a:r>
              <a:rPr sz="1400"/>
              <a:t>补油前停泵泄压</a:t>
            </a:r>
          </a:p>
          <a:p>
            <a:r>
              <a:rPr sz="1400"/>
              <a:t>问题可以问：液压站油位低了怎么办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yz40-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680960" cy="480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66760" y="594360"/>
            <a:ext cx="3383280" cy="5760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图 3</a:t>
            </a:r>
          </a:p>
          <a:p>
            <a:r>
              <a:rPr sz="1400"/>
              <a:t>图 3 常见渗漏点与压力表：管接头渗漏每 4 小时巡检，正常压力 12 MPa。</a:t>
            </a:r>
          </a:p>
          <a:p>
            <a:r>
              <a:rPr sz="1400"/>
              <a:t>补油超过 5 L/班 说明内漏</a:t>
            </a:r>
          </a:p>
          <a:p>
            <a:r>
              <a:rPr sz="1400"/>
              <a:t>压力表每半年校验一次</a:t>
            </a:r>
          </a:p>
          <a:p>
            <a:r>
              <a:rPr sz="1400"/>
              <a:t>问题可以问：液压站哪里容易渗漏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