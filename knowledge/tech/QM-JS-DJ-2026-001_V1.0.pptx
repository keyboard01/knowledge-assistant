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CNC-850 立式加工中心点检图示</a:t>
            </a:r>
          </a:p>
          <a:p>
            <a:r>
              <a:t>设备动力部 · 工艺技术部 联合发布 · V1.0 · 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nc-daily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1</a:t>
            </a:r>
          </a:p>
          <a:p>
            <a:r>
              <a:rPr sz="1400"/>
              <a:t>图 1 CNC-850 机床本体与每日点检部位（主轴、刀库、导轨、冷却液箱）。</a:t>
            </a:r>
          </a:p>
          <a:p>
            <a:r>
              <a:rPr sz="1400"/>
              <a:t>主轴润滑脂 L-HM46，刀库容量 24 把</a:t>
            </a:r>
          </a:p>
          <a:p>
            <a:r>
              <a:rPr sz="1400"/>
              <a:t>每日点检 07:30 前完成</a:t>
            </a:r>
          </a:p>
          <a:p>
            <a:r>
              <a:rPr sz="1400"/>
              <a:t>问题可以问：机床每天要点检哪些部位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nc-alarm-c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2</a:t>
            </a:r>
          </a:p>
          <a:p>
            <a:r>
              <a:rPr sz="1400"/>
              <a:t>图 2 常见报警代码：ALM-102 主轴负载过高、ALM-305 刀库未复位、ALM-410 冷却液液位低。</a:t>
            </a:r>
          </a:p>
          <a:p>
            <a:r>
              <a:rPr sz="1400"/>
              <a:t>主轴负载报警阈值 85%</a:t>
            </a:r>
          </a:p>
          <a:p>
            <a:r>
              <a:rPr sz="1400"/>
              <a:t>问题可以问：主轴负载过高报什么代码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nc-coolant-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3</a:t>
            </a:r>
          </a:p>
          <a:p>
            <a:r>
              <a:rPr sz="1400"/>
              <a:t>图 3 冷却液浓度 8% 与油位计 MIN/MAX 检查。</a:t>
            </a:r>
          </a:p>
          <a:p>
            <a:r>
              <a:rPr sz="1400"/>
              <a:t>冷却液浓度 8%，每周一检测</a:t>
            </a:r>
          </a:p>
          <a:p>
            <a:r>
              <a:rPr sz="1400"/>
              <a:t>油位低于 MIN 立即补 L-HM46</a:t>
            </a:r>
          </a:p>
          <a:p>
            <a:r>
              <a:rPr sz="1400"/>
              <a:t>问题可以问：冷却液浓度多少合适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